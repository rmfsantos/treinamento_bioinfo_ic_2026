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7b2562d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67b2562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6a4dac12_10_0)">
  <p:cSld name="Generated (g3f66a4dac12_10_0)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19.png"/><Relationship Id="rId7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095500" y="2544663"/>
            <a:ext cx="8001000" cy="78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Arial"/>
              <a:buNone/>
            </a:pPr>
            <a:r>
              <a:rPr b="1" i="0" lang="en-US" sz="562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 na </a:t>
            </a:r>
            <a:r>
              <a:rPr b="1" i="0" lang="en-US" sz="5625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Bioinformática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2286000" y="3520975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Controle de Versão, Reprodutibilidade e Colaboração em Dados Biológicos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5524500" y="2683222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3910726" y="3026122"/>
            <a:ext cx="4370546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é o Git?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2966591" y="4054822"/>
            <a:ext cx="6258669" cy="4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fim do script </a:t>
            </a:r>
            <a:r>
              <a:rPr b="0" i="0" lang="en-US" sz="19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pipeline_final_v3_agora_vai.sh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1583425" y="5312775"/>
            <a:ext cx="9896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</a:rPr>
              <a:t>https://www.youtube.com/watch?v=-l4Aa8wef8s</a:t>
            </a:r>
            <a:endParaRPr sz="2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85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704850" y="1585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809625" y="15859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 bioinformática, scripts de análise de dados mudam constantemente devido a testes de parâmetros e novas ferramentas.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704850" y="26431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809625" y="26431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Salvar arquivos como "v1", "v2" ou "final" gera confusão, poluição visual e, eventualmente, perda de dados cruciais.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704850" y="37004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809625" y="37004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É praticamente impossível rastrear o que mudou exatamente em uma linha específica do código meses após a análise.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704850" y="47577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809625" y="475773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Git atua como uma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"máquina do tempo"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o seu código, registrando toda e qualquer alteração de forma inteligente.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1" name="Google Shape;1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85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Caos das Versões Manuais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571500" y="571500"/>
            <a:ext cx="57300" cy="5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762000" y="571500"/>
            <a:ext cx="106680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Analogia do Videogame</a:t>
            </a:r>
            <a:endParaRPr b="1" i="0" sz="3375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571500" y="1590675"/>
            <a:ext cx="6381900" cy="4219500"/>
            <a:chOff x="571500" y="1590675"/>
            <a:chExt cx="6381900" cy="4219500"/>
          </a:xfrm>
        </p:grpSpPr>
        <p:sp>
          <p:nvSpPr>
            <p:cNvPr id="122" name="Google Shape;122;p17"/>
            <p:cNvSpPr/>
            <p:nvPr/>
          </p:nvSpPr>
          <p:spPr>
            <a:xfrm>
              <a:off x="571500" y="1590675"/>
              <a:ext cx="6381900" cy="4219500"/>
            </a:xfrm>
            <a:prstGeom prst="roundRect">
              <a:avLst>
                <a:gd fmla="val 270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571500" y="1590675"/>
              <a:ext cx="38100" cy="42195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857250" y="1876425"/>
              <a:ext cx="5810400" cy="3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0B98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Entendendo o Git como um Jogo</a:t>
              </a:r>
              <a:endParaRPr b="1" i="0" sz="20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Controlar versões de código é exatamente igual a progredir em uma campanha desafiadora.</a:t>
              </a:r>
              <a:endParaRPr b="0" i="0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marR="0" rtl="0" algn="l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4A3B8"/>
                </a:buClr>
                <a:buSzPts val="1350"/>
                <a:buFont typeface="Inter"/>
                <a:buChar char="●"/>
              </a:pPr>
              <a:r>
                <a:rPr b="1" i="0" lang="en-US" sz="135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Repositório = O Jogo Inteiro:</a:t>
              </a:r>
              <a:r>
                <a:rPr b="0" i="0" lang="en-US" sz="13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É a pasta do seu projeto, contendo todo o histórico e os arquivos da sua jornada.</a:t>
              </a:r>
              <a:endParaRPr b="0" i="0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350"/>
                <a:buFont typeface="Inter"/>
                <a:buChar char="●"/>
              </a:pPr>
              <a:r>
                <a:rPr b="1" i="0" lang="en-US" sz="135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Commit = Save Game:</a:t>
              </a:r>
              <a:r>
                <a:rPr b="0" i="0" lang="en-US" sz="13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Um ponto de salvamento seguro. Se você errar no código ou enfrentar um "boss" difícil, você sempre pode restaurar a partir daqui.</a:t>
              </a:r>
              <a:endParaRPr b="0" i="0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900"/>
                </a:spcAft>
                <a:buClr>
                  <a:srgbClr val="94A3B8"/>
                </a:buClr>
                <a:buSzPts val="1350"/>
                <a:buFont typeface="Inter"/>
                <a:buChar char="●"/>
              </a:pPr>
              <a:r>
                <a:rPr b="1" i="0" lang="en-US" sz="135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Branch = Caminhos Alternativos:</a:t>
              </a:r>
              <a:r>
                <a:rPr b="0" i="0" lang="en-US" sz="13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Uma rota paralela para explorar segredos ou testar novas estratégias sem corromper o seu progresso principal.</a:t>
              </a:r>
              <a:endParaRPr b="0" i="0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quality minimalist concept art illustration of a retro gaming controller, floating over neon glowing path networks, stylized futuristic dark interface theme matching bio-informatics cyber tech aesthetics, dark blue and emerald green palette." id="125" name="Google Shape;125;p17"/>
          <p:cNvPicPr preferRelativeResize="0"/>
          <p:nvPr/>
        </p:nvPicPr>
        <p:blipFill rotWithShape="1">
          <a:blip r:embed="rId4">
            <a:alphaModFix/>
          </a:blip>
          <a:srcRect b="3480" l="0" r="0" t="3480"/>
          <a:stretch/>
        </p:blipFill>
        <p:spPr>
          <a:xfrm>
            <a:off x="7239000" y="1590675"/>
            <a:ext cx="4381500" cy="4076700"/>
          </a:xfrm>
          <a:prstGeom prst="roundRect">
            <a:avLst>
              <a:gd fmla="val 3738" name="adj"/>
            </a:avLst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7239000" y="1590675"/>
            <a:ext cx="4381500" cy="4076700"/>
          </a:xfrm>
          <a:prstGeom prst="roundRect">
            <a:avLst>
              <a:gd fmla="val 3738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6350" y="933675"/>
            <a:ext cx="12708349" cy="454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1006775" y="5294075"/>
            <a:ext cx="10435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EVEs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1 -Download dados  2- controle qualidade  3- Identificacao Orfs  4 -Anotação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2112"/>
            <a:ext cx="3429000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62112"/>
            <a:ext cx="3429000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662112"/>
            <a:ext cx="3429000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866775" y="2890837"/>
            <a:ext cx="25203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Repositório (Repo)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866775" y="33766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pasta principal onde o Git é inicializado. Ele atua como um banco de dados invisível que rastreia todo o histórico de arquivos do projeto.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4676775" y="2890837"/>
            <a:ext cx="10301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4676775" y="3376612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 "fotograma" (snapshot) do seu projeto. Salva o estado exato dos seus arquivos naquele momento específico, acompanhado de uma mensagem descritiva.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8486775" y="2890837"/>
            <a:ext cx="960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8486775" y="33766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Uma linha do tempo paralela. Permite testar novas ideias ou atualizar um pipeline sem risco de quebrar o código principal em funcionamento.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7" name="Google Shape;14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0716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0716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071687"/>
            <a:ext cx="4572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Conceitos Fundamentais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0675"/>
            <a:ext cx="5238750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90675"/>
            <a:ext cx="5238750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962025" y="1981200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 Git (Ambiente Local)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962025" y="2466975"/>
            <a:ext cx="4457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962025" y="271462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motor por trás do controle de versão.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772275" y="1981200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 GitHub / GitLab (Remoto)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772275" y="2466975"/>
            <a:ext cx="4457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772275" y="271462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ecossistema para colaboração.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5" name="Google Shape;16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01930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1095375" y="3162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200150" y="31623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Programa instalado no seu próprio computador ou servidor do laboratório.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095375" y="3914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200150" y="391477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Rastreia e salva o histórico de alterações localmente.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095375" y="46672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200150" y="46672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Não requer conexão com a internet para realizar commits ou criar branches.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2" name="Google Shape;17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019300"/>
            <a:ext cx="2571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6905625" y="3162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7010400" y="31623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Plataformas hospedadas na nuvem para armazenar seus repositórios Git.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905625" y="3914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7010400" y="391477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Permitem que pesquisadores de diferentes locais colaborem no mesmo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905625" y="46672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010400" y="46672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Oferecem interfaces visuais, rastreamento de bugs (issues) e automações.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Ambientes de Trabalho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5524500" y="2489894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25303" y="2832794"/>
            <a:ext cx="11141392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usar Git na Bioinformática?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2286000" y="386149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Além de apenas salvar código, o Git garante a integridade e o rigor da ciência de dados.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/>
          <p:nvPr/>
        </p:nvSpPr>
        <p:spPr>
          <a:xfrm>
            <a:off x="1333500" y="1140321"/>
            <a:ext cx="9525000" cy="1468635"/>
          </a:xfrm>
          <a:prstGeom prst="roundRect">
            <a:avLst>
              <a:gd fmla="val 778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1857375" y="1378446"/>
            <a:ext cx="8715375" cy="9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Reprodutibilidade Científica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Você pode retornar ao commit exato do código que gerou os resultados do seu artigo, garantindo que outros possam replicar sua análise futuramente.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1333500" y="1140321"/>
            <a:ext cx="38100" cy="14686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1333500" y="2847082"/>
            <a:ext cx="9525000" cy="1468635"/>
          </a:xfrm>
          <a:prstGeom prst="roundRect">
            <a:avLst>
              <a:gd fmla="val 778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1857375" y="3085207"/>
            <a:ext cx="8715375" cy="9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Colaboração Eficiente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Vários bioinformatas podem trabalhar no mesmo pipeline simultaneamente sem sobrescrever os scripts uns dos outros, usando fusões (merges) seguras.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1333500" y="2847082"/>
            <a:ext cx="38100" cy="14686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1333500" y="4553842"/>
            <a:ext cx="9525000" cy="1468635"/>
          </a:xfrm>
          <a:prstGeom prst="roundRect">
            <a:avLst>
              <a:gd fmla="val 778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1857375" y="4791967"/>
            <a:ext cx="8715375" cy="9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Rastreabilidade de Erros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Através de comandos como o `git blame`, é possível auditar o código para saber exatamente quando um parâmetro foi alterado, por quem e por qual motivo.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1333500" y="4553842"/>
            <a:ext cx="38100" cy="14686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2100" y="1383208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2100" y="3089969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2100" y="479673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Benefícios Chave para Pesquisadores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762000" y="571500"/>
            <a:ext cx="5300662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Desafio dos Dados Genômicos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571500" y="571500"/>
            <a:ext cx="57150" cy="10858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571500" y="23860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Git foi otimizado para lidar com texto plano (código fonte, scripts, markdown). Ele não foi construído para lidar com dados massivos.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34432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Atenção: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Nunca faça commit de arquivos de sequenciamento brutos, como .fastq, arquivos de alinhamento .bam, ou grandes bancos de dados.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45005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Inserir esses dados sobrecarrega o histórico do Git, deixando o repositório extremamente lento e impossibilitando o compartilhamento na nuvem.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3429000" cy="49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247775"/>
            <a:ext cx="3429000" cy="49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438275"/>
            <a:ext cx="3048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1438275"/>
            <a:ext cx="3048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0" y="1438275"/>
            <a:ext cx="3048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762000" y="3581400"/>
            <a:ext cx="3200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O Arquivo .gitignore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762000" y="3990975"/>
            <a:ext cx="304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Sempre crie um arquivo .gitignore para evitar que o Git rastreie arquivos temporários, logs e, principalmente, dados genômicos pesados.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572000" y="3581400"/>
            <a:ext cx="3200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Commits Descritivos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4572000" y="3990975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Evite mensagens como "atualização" ou "fix bug". Prefira: "Ajustado limite de qualidade no script de trimming". O seu 'eu' do futuro agradecerá.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3" name="Google Shape;23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438275"/>
            <a:ext cx="3048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0" y="1438275"/>
            <a:ext cx="3048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Boas Práticas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24337"/>
            <a:ext cx="2541240" cy="176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1791890"/>
            <a:ext cx="2541240" cy="176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224337"/>
            <a:ext cx="2541240" cy="1765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1791890"/>
            <a:ext cx="2541240" cy="176569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/>
          <p:nvPr/>
        </p:nvSpPr>
        <p:spPr>
          <a:xfrm>
            <a:off x="571500" y="3871912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707993" y="4414837"/>
            <a:ext cx="22682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Clone / Pull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762000" y="4824412"/>
            <a:ext cx="2160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Baixar a versão mais recente e atualizada dos scripts do repositório remoto do laboratório.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3543913" y="1982390"/>
            <a:ext cx="22682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3597919" y="2391965"/>
            <a:ext cx="2160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Criar uma nova ramificação para desenvolver com segurança ou testar um novo montador (assembler).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6379833" y="4414837"/>
            <a:ext cx="22682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6433839" y="4824412"/>
            <a:ext cx="2160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Salvar as modificações feitas no código localmente, registrando o progresso da análise.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9215753" y="1982390"/>
            <a:ext cx="22682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Push / Merge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9269759" y="2391965"/>
            <a:ext cx="2160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Enviar as alterações validadas para a nuvem e integrar ao código principal para o resto da equipe.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1727820" y="37766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4563740" y="37766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399659" y="37766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10235579" y="37766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Fluxo de Trabalho Típico (Workflow)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295275" y="2462212"/>
            <a:ext cx="116014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b="1" i="0" lang="en-US" sz="67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571500" y="379571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Vamos tornar a bioinformática mais colaborativa e reprodutível.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/>
          <p:nvPr/>
        </p:nvSpPr>
        <p:spPr>
          <a:xfrm>
            <a:off x="571500" y="164425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571500" y="262711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571500" y="341188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571500" y="419665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571500" y="26175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571500" y="26175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571500" y="34023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571500" y="34023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571500" y="41871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571500" y="41871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571500" y="497190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571500" y="497190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27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1666875" y="178712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https://media.istockphoto.com/id/1093762332/vector/a-bad-example-of-a-workplace.jpg?s=612x612&amp;w=0&amp;k=20&amp;c=peaq4yTimYLSN-imAZM5uZrnJKhWzdXxur2h8UEIx0c=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1666875" y="22309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8" name="Google Shape;2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76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1666875" y="276998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https://images.stockcake.com/public/4/f/3/4f36e942-9a9c-4046-9f06-f6f655a85dfe_large/dna-meets-digital-stockcake.jpg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1666875" y="301570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1" name="Google Shape;29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613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1666875" y="355475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https://forum.godotengine.org/uploads/default/original/3X/8/c/8c89aeac2ca5fe892054f2661eb34ebce1859b35.png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1666875" y="380047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forum.godotengine.org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4" name="Google Shape;29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4607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/>
        </p:nvSpPr>
        <p:spPr>
          <a:xfrm>
            <a:off x="1666875" y="433953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https://img.youtube.com/vi/jHwBkFSvyk0/maxresdefault.jpg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1666875" y="458524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cerebralvalley.ai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7" name="Google Shape;29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3084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 txBox="1"/>
          <p:nvPr/>
        </p:nvSpPr>
        <p:spPr>
          <a:xfrm>
            <a:off x="1666875" y="512430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https://png.pngtree.com/png-clipart/20241102/original/pngtree-server-rack-with-multiple-hard-drives-technology-illustration-3d-render-png-image_16618773.png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1666875" y="537001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